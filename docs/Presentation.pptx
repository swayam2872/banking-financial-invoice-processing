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Financial Invoice Processing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Agentic AI (rule-based multi-agent simulation)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Project  |  Python + Streamlit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paying an invoice, staff must check fields, totals, duplicates and payments. Manual checking is slow and error-prone.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these checks with four cooperating agents and leave the final approval to a human.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6118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scope: fixed Python rules. No LLM, no OCR, no database, no real payments.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Four Agents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600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031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task list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19202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514600" y="146304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600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1031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invoice fields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19202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600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5 checks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19202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812280" y="146304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12280" y="1600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1031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decision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566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process_invoice() runs them in order, stops early if nothing was read, and keeps an audit log.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Validation Checks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 are present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subtotal + tax (exact Decimal maths)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number is not a duplicate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payment record exists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amount equals invoice total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0" y="1371600"/>
            <a:ext cx="3108960" cy="2194560"/>
          </a:xfrm>
          <a:prstGeom prst="roundRect">
            <a:avLst>
              <a:gd name="adj" fmla="val 4167"/>
            </a:avLst>
          </a:prstGeom>
          <a:solidFill>
            <a:srgbClr val="F4F7F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577840" y="1463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check returns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PASS, FAIL or SKIPPED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Agent: Decision Logic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194560" cy="8686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09728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checks passed. A human still approves.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19456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1488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14884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broke: wrong total, duplicate, or payment mismatch.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2194560" cy="868680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2004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320040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missing: blank field, bad number, no payment record.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payment is not treated as fraud. A failed check can never be VERIFIED.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Test Cases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57200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INV101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correct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INV102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20,000 vs total 23,600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INV103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in old records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INV104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9,000, should be 9,440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INV105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blank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INCOMPLETE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INV106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payment record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INCOMPLETE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Scope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only; no learning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structured data, no OCR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in-memory records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09728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for scanned invoices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agents for reasoning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database and bank API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workflow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2026-10-19T16:03:13Z</dcterms:created>
  <dcterms:modified xsi:type="dcterms:W3CDTF">2026-10-19T16:03:13Z</dcterms:modified>
</cp:coreProperties>
</file>